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1" r:id="rId2"/>
    <p:sldId id="260" r:id="rId3"/>
    <p:sldId id="259" r:id="rId4"/>
    <p:sldId id="258" r:id="rId5"/>
    <p:sldId id="256" r:id="rId6"/>
    <p:sldId id="257" r:id="rId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025" autoAdjust="0"/>
    <p:restoredTop sz="94660"/>
  </p:normalViewPr>
  <p:slideViewPr>
    <p:cSldViewPr snapToGrid="0">
      <p:cViewPr>
        <p:scale>
          <a:sx n="100" d="100"/>
          <a:sy n="100" d="100"/>
        </p:scale>
        <p:origin x="816" y="6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E1AA7A-EC0F-02DE-BD9C-6099C1ABD2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35DC6AA3-2D44-2CF4-A221-2C66A69E88E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302FFB1-1164-6E3B-44BC-01A38D1244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6A623B-8DF9-4ED6-A2E5-BA5846BA1B31}" type="datetimeFigureOut">
              <a:rPr lang="ko-KR" altLang="en-US" smtClean="0"/>
              <a:t>2025-05-27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B99551A-DF45-70F2-B6C2-C198EF8891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67069F0-0AB3-E709-B62C-3292E0B2BA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DE3289-85C8-4FAF-8720-D409708957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51562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1F1498-AB21-E293-6310-E9CF82D56D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1C3F727-60A8-3F05-9986-42B94E5E82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6BDC3CA-EAC2-FBAF-984E-FE2908E292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6A623B-8DF9-4ED6-A2E5-BA5846BA1B31}" type="datetimeFigureOut">
              <a:rPr lang="ko-KR" altLang="en-US" smtClean="0"/>
              <a:t>2025-05-27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8125D03-A248-3D7E-7E35-1FE339A3F5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77FD315-D63E-F5AE-5F88-8AB456323F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DE3289-85C8-4FAF-8720-D409708957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20271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05A3576-E8BD-28DC-B4CB-D084E87FC2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C99293E-45CA-2BE3-0EAB-F832785190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FCFE70F-3157-353F-2D90-05DBF5693B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6A623B-8DF9-4ED6-A2E5-BA5846BA1B31}" type="datetimeFigureOut">
              <a:rPr lang="ko-KR" altLang="en-US" smtClean="0"/>
              <a:t>2025-05-27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289CBBE-14A7-A5FB-093D-9C2C9F3FF0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B306F30-8CDD-8DBA-7DC5-4326B9121C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DE3289-85C8-4FAF-8720-D409708957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867421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1A146EF-4F71-9073-A6B8-3222F762BF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AE56A22-5F56-2CA8-22A5-B160513A106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95264504-5ABD-ABEA-FBA2-5EE0AC474B8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1891529-5B1B-A4EC-4BC3-9F18E59953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6A623B-8DF9-4ED6-A2E5-BA5846BA1B31}" type="datetimeFigureOut">
              <a:rPr lang="ko-KR" altLang="en-US" smtClean="0"/>
              <a:t>2025-05-27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4DA2E513-3FD2-984E-55AE-9678DBC46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AE88416-B474-5B67-4A34-FEB6186127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DE3289-85C8-4FAF-8720-D409708957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643220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1E1E140-DF24-9D43-6A6C-ED3A692030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5E4C380-4D79-13FF-32AE-8D190DDA356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CFEAE7F-C144-E6CD-305E-E3221FFE3BB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A784412A-9414-6F56-2F3E-BF13BB58EBC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FBF5B54C-EF61-1B0F-071B-FED79A7C351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5BBA82C9-FE94-0DB4-C9E3-3332BD5613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6A623B-8DF9-4ED6-A2E5-BA5846BA1B31}" type="datetimeFigureOut">
              <a:rPr lang="ko-KR" altLang="en-US" smtClean="0"/>
              <a:t>2025-05-27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230AD142-1D66-0110-85F3-133663F43D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A82FA9C7-530F-20EF-3BCC-D3AAA72DD2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DE3289-85C8-4FAF-8720-D409708957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462069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A8331BB-E568-BB9C-4F8B-6BB2BF64D3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8E372026-F708-F9AC-25EC-4C3278BD83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6A623B-8DF9-4ED6-A2E5-BA5846BA1B31}" type="datetimeFigureOut">
              <a:rPr lang="ko-KR" altLang="en-US" smtClean="0"/>
              <a:t>2025-05-27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F4A92947-D4C6-C1A6-0316-242D76B20C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E211985-D3F7-9D37-06EA-4D8EDAC850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DE3289-85C8-4FAF-8720-D409708957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611148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75929C2D-8B2F-6430-5F9A-B9C5BF4BFB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6A623B-8DF9-4ED6-A2E5-BA5846BA1B31}" type="datetimeFigureOut">
              <a:rPr lang="ko-KR" altLang="en-US" smtClean="0"/>
              <a:t>2025-05-27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47E5C4B7-D592-367A-B3E3-C279236178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E2022C3-BBFF-35E4-4691-CA6BC72E6A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DE3289-85C8-4FAF-8720-D409708957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997255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31A305-1823-382B-7897-8B0039A723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0ADFE76-2C56-B2EB-E648-6119D5AA7F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FE63797-B1EF-11A7-AE7F-44D37AFFF0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D49A60E-2E25-673E-BCFC-96E18441B1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6A623B-8DF9-4ED6-A2E5-BA5846BA1B31}" type="datetimeFigureOut">
              <a:rPr lang="ko-KR" altLang="en-US" smtClean="0"/>
              <a:t>2025-05-27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27569B5-6AAB-7E9B-4FD7-4524472B4B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07D7DE36-6330-40C2-5A85-FC3AAAC8CF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DE3289-85C8-4FAF-8720-D409708957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671059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C5AA75E-5294-F2A0-7008-F7146E2C6A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9B27949B-E7B1-B0C8-2CC1-1E179F37467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7BA3CA3B-D0DC-9008-C16B-F26F88DB4D6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1370063-3E83-3B7D-8923-61380AD6FC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6A623B-8DF9-4ED6-A2E5-BA5846BA1B31}" type="datetimeFigureOut">
              <a:rPr lang="ko-KR" altLang="en-US" smtClean="0"/>
              <a:t>2025-05-27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ED9E37A-32D2-1152-5BF8-B22B0E74CF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184F61F-5D6D-92C4-56EA-B2B34E1F93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DE3289-85C8-4FAF-8720-D409708957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039562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0C3DA31-B4C3-3C91-D4E0-EF9788A359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F03EAC7-7C23-119A-B37B-C1E2622DF64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00A3704-BF85-4C13-2F11-3A1C4519C5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6A623B-8DF9-4ED6-A2E5-BA5846BA1B31}" type="datetimeFigureOut">
              <a:rPr lang="ko-KR" altLang="en-US" smtClean="0"/>
              <a:t>2025-05-27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60A292F-E7F7-081E-47EC-E0BDEB509E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32F99C1-9133-78A1-7D22-40EA58F07F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DE3289-85C8-4FAF-8720-D409708957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150466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E689A902-88EA-3753-A8A7-1BA2EDE8CB9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87FF2705-BCB4-FA20-0A17-8BD236BAC0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7FE7371-76EE-DF0C-6F9E-A91BA71D38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6A623B-8DF9-4ED6-A2E5-BA5846BA1B31}" type="datetimeFigureOut">
              <a:rPr lang="ko-KR" altLang="en-US" smtClean="0"/>
              <a:t>2025-05-27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6BDF96E-0FCB-E99B-EDD9-FB9ABBC0E5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1A7AAE3-C728-C18E-45A5-57CB78428E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DE3289-85C8-4FAF-8720-D409708957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801092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99822ED-3E05-6271-2E74-548C380AA5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D44291A-D344-5157-8E37-CB4E8A5C4D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3565715-18DF-5CDA-0B80-3F076B909EB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F6A623B-8DF9-4ED6-A2E5-BA5846BA1B31}" type="datetimeFigureOut">
              <a:rPr lang="ko-KR" altLang="en-US" smtClean="0"/>
              <a:t>2025-05-27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BA64202-A728-E27A-F244-230353E3E3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3559CB1-14B1-696B-245D-9B6FB64E59A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EDE3289-85C8-4FAF-8720-D409708957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338423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51E32E6-FBB3-8DE5-F45F-AB34E2194445}"/>
              </a:ext>
            </a:extLst>
          </p:cNvPr>
          <p:cNvSpPr txBox="1"/>
          <p:nvPr/>
        </p:nvSpPr>
        <p:spPr>
          <a:xfrm>
            <a:off x="609600" y="542925"/>
            <a:ext cx="14798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Main </a:t>
            </a:r>
            <a:r>
              <a:rPr lang="ko-KR" altLang="en-US" dirty="0"/>
              <a:t>페이지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2548A119-533A-5C7B-6E1B-1457E15C031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429000"/>
            <a:ext cx="12192000" cy="2540000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15E6BD9A-C746-BA06-B882-4E6BE13F250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91178"/>
            <a:ext cx="12192000" cy="127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31053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589D6F81-2A41-6ECA-C518-E0C6FACE6EC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81501" y="257197"/>
            <a:ext cx="3648074" cy="2978364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AFDD96F9-12DA-FCF1-9B96-B236D0B683F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1974" y="3879636"/>
            <a:ext cx="10429875" cy="2721167"/>
          </a:xfrm>
          <a:prstGeom prst="rect">
            <a:avLst/>
          </a:prstGeom>
        </p:spPr>
      </p:pic>
      <p:sp>
        <p:nvSpPr>
          <p:cNvPr id="12" name="화살표: 아래쪽 11">
            <a:extLst>
              <a:ext uri="{FF2B5EF4-FFF2-40B4-BE49-F238E27FC236}">
                <a16:creationId xmlns:a16="http://schemas.microsoft.com/office/drawing/2014/main" id="{B199949C-A465-F197-ECEE-8E12CEC0D5A4}"/>
              </a:ext>
            </a:extLst>
          </p:cNvPr>
          <p:cNvSpPr/>
          <p:nvPr/>
        </p:nvSpPr>
        <p:spPr>
          <a:xfrm rot="3593162">
            <a:off x="4562473" y="2576665"/>
            <a:ext cx="295275" cy="1514475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화살표: 아래쪽 12">
            <a:extLst>
              <a:ext uri="{FF2B5EF4-FFF2-40B4-BE49-F238E27FC236}">
                <a16:creationId xmlns:a16="http://schemas.microsoft.com/office/drawing/2014/main" id="{4AC634AD-CBE9-02CB-851F-4B8A79195299}"/>
              </a:ext>
            </a:extLst>
          </p:cNvPr>
          <p:cNvSpPr/>
          <p:nvPr/>
        </p:nvSpPr>
        <p:spPr>
          <a:xfrm rot="16200000">
            <a:off x="4062414" y="4935418"/>
            <a:ext cx="638175" cy="60960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화살표: 아래쪽 13">
            <a:extLst>
              <a:ext uri="{FF2B5EF4-FFF2-40B4-BE49-F238E27FC236}">
                <a16:creationId xmlns:a16="http://schemas.microsoft.com/office/drawing/2014/main" id="{2F4075C2-8E0D-1799-B78C-3B17F60DFFC8}"/>
              </a:ext>
            </a:extLst>
          </p:cNvPr>
          <p:cNvSpPr/>
          <p:nvPr/>
        </p:nvSpPr>
        <p:spPr>
          <a:xfrm rot="16200000">
            <a:off x="7400925" y="4997330"/>
            <a:ext cx="704850" cy="55245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E216326-341F-6794-AD32-AB3C77903B91}"/>
              </a:ext>
            </a:extLst>
          </p:cNvPr>
          <p:cNvSpPr txBox="1"/>
          <p:nvPr/>
        </p:nvSpPr>
        <p:spPr>
          <a:xfrm>
            <a:off x="383382" y="819150"/>
            <a:ext cx="36933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Steam </a:t>
            </a:r>
            <a:r>
              <a:rPr lang="ko-KR" altLang="en-US" dirty="0"/>
              <a:t>사이트 로그인 및 회원가입</a:t>
            </a:r>
          </a:p>
        </p:txBody>
      </p:sp>
    </p:spTree>
    <p:extLst>
      <p:ext uri="{BB962C8B-B14F-4D97-AF65-F5344CB8AC3E}">
        <p14:creationId xmlns:p14="http://schemas.microsoft.com/office/powerpoint/2010/main" val="22563812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47811EE2-5726-61D3-23D1-3BE8C84BC68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1181" y="0"/>
            <a:ext cx="1026963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50471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2968AFD3-0CB8-7CD5-9962-8D5C6AA335C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1181" y="0"/>
            <a:ext cx="10269638" cy="6858000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6270E2F8-6386-9731-7150-023F249E564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8573" y="0"/>
            <a:ext cx="1045485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40015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그림 8">
            <a:extLst>
              <a:ext uri="{FF2B5EF4-FFF2-40B4-BE49-F238E27FC236}">
                <a16:creationId xmlns:a16="http://schemas.microsoft.com/office/drawing/2014/main" id="{BBA1D2DD-2380-C97E-F900-3D16B1E4A9E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800225"/>
            <a:ext cx="5966218" cy="3181983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9315F848-65A7-240E-3C85-C5F4277CD3D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25782" y="1800225"/>
            <a:ext cx="5966218" cy="3181983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213A03C3-1653-2844-1598-B0993CDC06DE}"/>
              </a:ext>
            </a:extLst>
          </p:cNvPr>
          <p:cNvSpPr txBox="1"/>
          <p:nvPr/>
        </p:nvSpPr>
        <p:spPr>
          <a:xfrm>
            <a:off x="0" y="1228725"/>
            <a:ext cx="19398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err="1"/>
              <a:t>Login_Wireframe</a:t>
            </a:r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BC691D4-A269-E0D2-B9A0-7D506A0E62E0}"/>
              </a:ext>
            </a:extLst>
          </p:cNvPr>
          <p:cNvSpPr txBox="1"/>
          <p:nvPr/>
        </p:nvSpPr>
        <p:spPr>
          <a:xfrm flipH="1">
            <a:off x="6225782" y="1228725"/>
            <a:ext cx="235458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err="1"/>
              <a:t>Sign_up_Wireframe</a:t>
            </a:r>
            <a:endParaRPr lang="ko-KR" altLang="en-US" dirty="0"/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5871932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FCF85882-DE65-31AC-9739-8103B561B4D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38876" y="2012950"/>
            <a:ext cx="5762625" cy="3073400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1A4E5B26-4539-5BD5-5C59-EB65FF8B55E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501" y="2012950"/>
            <a:ext cx="5762625" cy="3073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16439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67</TotalTime>
  <Words>15</Words>
  <Application>Microsoft Office PowerPoint</Application>
  <PresentationFormat>와이드스크린</PresentationFormat>
  <Paragraphs>4</Paragraphs>
  <Slides>6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</vt:i4>
      </vt:variant>
    </vt:vector>
  </HeadingPairs>
  <TitlesOfParts>
    <vt:vector size="9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pc02-00</dc:creator>
  <cp:lastModifiedBy>pc02-00</cp:lastModifiedBy>
  <cp:revision>2</cp:revision>
  <dcterms:created xsi:type="dcterms:W3CDTF">2025-05-27T07:21:06Z</dcterms:created>
  <dcterms:modified xsi:type="dcterms:W3CDTF">2025-05-27T08:29:01Z</dcterms:modified>
</cp:coreProperties>
</file>