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61" r:id="rId13"/>
  </p:sldMasterIdLst>
  <p:sldIdLst>
    <p:sldId id="261" r:id="rId15"/>
    <p:sldId id="260" r:id="rId16"/>
    <p:sldId id="259" r:id="rId17"/>
    <p:sldId id="258" r:id="rId18"/>
    <p:sldId id="256" r:id="rId19"/>
    <p:sldId id="257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816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slide" Target="slides/slide1.xml"></Relationship><Relationship Id="rId16" Type="http://schemas.openxmlformats.org/officeDocument/2006/relationships/slide" Target="slides/slide2.xml"></Relationship><Relationship Id="rId17" Type="http://schemas.openxmlformats.org/officeDocument/2006/relationships/slide" Target="slides/slide3.xml"></Relationship><Relationship Id="rId18" Type="http://schemas.openxmlformats.org/officeDocument/2006/relationships/slide" Target="slides/slide4.xml"></Relationship><Relationship Id="rId19" Type="http://schemas.openxmlformats.org/officeDocument/2006/relationships/slide" Target="slides/slide5.xml"></Relationship><Relationship Id="rId20" Type="http://schemas.openxmlformats.org/officeDocument/2006/relationships/slide" Target="slides/slide6.xml"></Relationship><Relationship Id="rId21" Type="http://schemas.openxmlformats.org/officeDocument/2006/relationships/viewProps" Target="viewProps.xml"></Relationship><Relationship Id="rId22" Type="http://schemas.openxmlformats.org/officeDocument/2006/relationships/presProps" Target="presProps.xml"></Relationship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1AA7A-EC0F-02DE-BD9C-6099C1ABD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DC6AA3-2D44-2CF4-A221-2C66A69E88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02FFB1-1164-6E3B-44BC-01A38D124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623B-8DF9-4ED6-A2E5-BA5846BA1B31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99551A-DF45-70F2-B6C2-C198EF889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7069F0-0AB3-E709-B62C-3292E0B2B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3289-85C8-4FAF-8720-D40970895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5156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1F1498-AB21-E293-6310-E9CF82D5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C3F727-60A8-3F05-9986-42B94E5E8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BDC3CA-EAC2-FBAF-984E-FE2908E29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623B-8DF9-4ED6-A2E5-BA5846BA1B31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125D03-A248-3D7E-7E35-1FE339A3F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7FD315-D63E-F5AE-5F88-8AB45632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3289-85C8-4FAF-8720-D40970895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027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A3576-E8BD-28DC-B4CB-D084E87FC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99293E-45CA-2BE3-0EAB-F83278519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CFE70F-3157-353F-2D90-05DBF5693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623B-8DF9-4ED6-A2E5-BA5846BA1B31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89CBBE-14A7-A5FB-093D-9C2C9F3FF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306F30-8CDD-8DBA-7DC5-4326B9121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3289-85C8-4FAF-8720-D40970895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742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A146EF-4F71-9073-A6B8-3222F762B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E56A22-5F56-2CA8-22A5-B160513A10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264504-5ABD-ABEA-FBA2-5EE0AC474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891529-5B1B-A4EC-4BC3-9F18E5995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623B-8DF9-4ED6-A2E5-BA5846BA1B31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A2E513-3FD2-984E-55AE-9678DBC4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E88416-B474-5B67-4A34-FEB61861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3289-85C8-4FAF-8720-D40970895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322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1E140-DF24-9D43-6A6C-ED3A69203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E4C380-4D79-13FF-32AE-8D190DDA3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FEAE7F-C144-E6CD-305E-E3221FFE3B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784412A-9414-6F56-2F3E-BF13BB58E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BF5B54C-EF61-1B0F-071B-FED79A7C35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BBA82C9-FE94-0DB4-C9E3-3332BD561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623B-8DF9-4ED6-A2E5-BA5846BA1B31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0AD142-1D66-0110-85F3-133663F43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82FA9C7-530F-20EF-3BCC-D3AAA72DD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3289-85C8-4FAF-8720-D40970895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206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331BB-E568-BB9C-4F8B-6BB2BF64D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372026-F708-F9AC-25EC-4C3278BD8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623B-8DF9-4ED6-A2E5-BA5846BA1B31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A92947-D4C6-C1A6-0316-242D76B20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211985-D3F7-9D37-06EA-4D8EDAC85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3289-85C8-4FAF-8720-D40970895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1114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5929C2D-8B2F-6430-5F9A-B9C5BF4BF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623B-8DF9-4ED6-A2E5-BA5846BA1B31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7E5C4B7-D592-367A-B3E3-C27923617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2022C3-BBFF-35E4-4691-CA6BC72E6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3289-85C8-4FAF-8720-D40970895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725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31A305-1823-382B-7897-8B0039A72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ADFE76-2C56-B2EB-E648-6119D5AA7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E63797-B1EF-11A7-AE7F-44D37AFFF0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49A60E-2E25-673E-BCFC-96E18441B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623B-8DF9-4ED6-A2E5-BA5846BA1B31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7569B5-6AAB-7E9B-4FD7-4524472B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D7DE36-6330-40C2-5A85-FC3AAAC8C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3289-85C8-4FAF-8720-D40970895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105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5AA75E-5294-F2A0-7008-F7146E2C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B27949B-E7B1-B0C8-2CC1-1E179F3746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A3CA3B-D0DC-9008-C16B-F26F88DB4D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370063-3E83-3B7D-8923-61380AD6F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623B-8DF9-4ED6-A2E5-BA5846BA1B31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D9E37A-32D2-1152-5BF8-B22B0E74C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84F61F-5D6D-92C4-56EA-B2B34E1F9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3289-85C8-4FAF-8720-D40970895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956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C3DA31-B4C3-3C91-D4E0-EF9788A35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03EAC7-7C23-119A-B37B-C1E2622DF6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0A3704-BF85-4C13-2F11-3A1C4519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623B-8DF9-4ED6-A2E5-BA5846BA1B31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0A292F-E7F7-081E-47EC-E0BDEB509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2F99C1-9133-78A1-7D22-40EA58F07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3289-85C8-4FAF-8720-D40970895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046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689A902-88EA-3753-A8A7-1BA2EDE8CB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FF2705-BCB4-FA20-0A17-8BD236BAC0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FE7371-76EE-DF0C-6F9E-A91BA71D3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623B-8DF9-4ED6-A2E5-BA5846BA1B31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BDF96E-0FCB-E99B-EDD9-FB9ABBC0E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A7AAE3-C728-C18E-45A5-57CB78428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3289-85C8-4FAF-8720-D40970895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109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99822ED-3E05-6271-2E74-548C380AA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44291A-D344-5157-8E37-CB4E8A5C4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565715-18DF-5CDA-0B80-3F076B909E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A623B-8DF9-4ED6-A2E5-BA5846BA1B31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A64202-A728-E27A-F244-230353E3E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559CB1-14B1-696B-245D-9B6FB64E5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E3289-85C8-4FAF-8720-D409708957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3842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1E32E6-FBB3-8DE5-F45F-AB34E2194445}"/>
              </a:ext>
            </a:extLst>
          </p:cNvPr>
          <p:cNvSpPr txBox="1"/>
          <p:nvPr/>
        </p:nvSpPr>
        <p:spPr>
          <a:xfrm>
            <a:off x="609600" y="542925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Main </a:t>
            </a:r>
            <a:r>
              <a:rPr lang="ko-KR" altLang="en-US" dirty="0"/>
              <a:t>페이지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548A119-533A-5C7B-6E1B-1457E15C03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12192000" cy="2540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5E6BD9A-C746-BA06-B882-4E6BE13F25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1178"/>
            <a:ext cx="12192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105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89D6F81-2A41-6ECA-C518-E0C6FACE6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1" y="257197"/>
            <a:ext cx="3648074" cy="297836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FDD96F9-12DA-FCF1-9B96-B236D0B683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4" y="3879636"/>
            <a:ext cx="10429875" cy="2721167"/>
          </a:xfrm>
          <a:prstGeom prst="rect">
            <a:avLst/>
          </a:prstGeom>
        </p:spPr>
      </p:pic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B199949C-A465-F197-ECEE-8E12CEC0D5A4}"/>
              </a:ext>
            </a:extLst>
          </p:cNvPr>
          <p:cNvSpPr/>
          <p:nvPr/>
        </p:nvSpPr>
        <p:spPr>
          <a:xfrm rot="3593162">
            <a:off x="4562473" y="2576665"/>
            <a:ext cx="295275" cy="15144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4AC634AD-CBE9-02CB-851F-4B8A79195299}"/>
              </a:ext>
            </a:extLst>
          </p:cNvPr>
          <p:cNvSpPr/>
          <p:nvPr/>
        </p:nvSpPr>
        <p:spPr>
          <a:xfrm rot="16200000">
            <a:off x="4062414" y="4935418"/>
            <a:ext cx="638175" cy="6096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2F4075C2-8E0D-1799-B78C-3B17F60DFFC8}"/>
              </a:ext>
            </a:extLst>
          </p:cNvPr>
          <p:cNvSpPr/>
          <p:nvPr/>
        </p:nvSpPr>
        <p:spPr>
          <a:xfrm rot="16200000">
            <a:off x="7400925" y="4997330"/>
            <a:ext cx="704850" cy="5524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216326-341F-6794-AD32-AB3C77903B91}"/>
              </a:ext>
            </a:extLst>
          </p:cNvPr>
          <p:cNvSpPr txBox="1"/>
          <p:nvPr/>
        </p:nvSpPr>
        <p:spPr>
          <a:xfrm>
            <a:off x="383382" y="819150"/>
            <a:ext cx="3693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Steam </a:t>
            </a:r>
            <a:r>
              <a:rPr lang="ko-KR" altLang="en-US" dirty="0"/>
              <a:t>사이트 로그인 및 회원가입</a:t>
            </a:r>
          </a:p>
        </p:txBody>
      </p:sp>
    </p:spTree>
    <p:extLst>
      <p:ext uri="{BB962C8B-B14F-4D97-AF65-F5344CB8AC3E}">
        <p14:creationId xmlns:p14="http://schemas.microsoft.com/office/powerpoint/2010/main" val="2256381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7811EE2-5726-61D3-23D1-3BE8C84BC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1" y="0"/>
            <a:ext cx="102696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047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968AFD3-0CB8-7CD5-9962-8D5C6AA33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1" y="0"/>
            <a:ext cx="10269638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270E2F8-6386-9731-7150-023F249E56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573" y="0"/>
            <a:ext cx="104548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01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BA1D2DD-2380-C97E-F900-3D16B1E4A9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0225"/>
            <a:ext cx="5966218" cy="318198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315F848-65A7-240E-3C85-C5F4277CD3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782" y="1800225"/>
            <a:ext cx="5966218" cy="31819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3A03C3-1653-2844-1598-B0993CDC06DE}"/>
              </a:ext>
            </a:extLst>
          </p:cNvPr>
          <p:cNvSpPr txBox="1"/>
          <p:nvPr/>
        </p:nvSpPr>
        <p:spPr>
          <a:xfrm>
            <a:off x="0" y="1228725"/>
            <a:ext cx="1939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Login_Wireframe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C691D4-A269-E0D2-B9A0-7D506A0E62E0}"/>
              </a:ext>
            </a:extLst>
          </p:cNvPr>
          <p:cNvSpPr txBox="1"/>
          <p:nvPr/>
        </p:nvSpPr>
        <p:spPr>
          <a:xfrm flipH="1">
            <a:off x="6225782" y="1228725"/>
            <a:ext cx="2354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Sign_up_Wireframe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8719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CF85882-DE65-31AC-9739-8103B561B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876" y="2012950"/>
            <a:ext cx="5762625" cy="30734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A4E5B26-4539-5BD5-5C59-EB65FF8B55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1" y="2012950"/>
            <a:ext cx="5762625" cy="30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64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6</Pages>
  <Paragraphs>4</Paragraphs>
  <Words>15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pc02-00</dc:creator>
  <cp:lastModifiedBy>wnscjcj2000</cp:lastModifiedBy>
  <cp:version>10.105.277.55893</cp:version>
  <dcterms:modified xsi:type="dcterms:W3CDTF">2025-05-27T08:58:03Z</dcterms:modified>
</cp:coreProperties>
</file>